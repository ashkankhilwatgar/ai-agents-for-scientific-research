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presentation. Skip re-introducing HHT background/ACMG basics/full architecture — already covered last time. Recap the pipeline briefly, then spend most of the time on case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oval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oval">
            <a:avLst/>
          </a:prstGeom>
          <a:solidFill>
            <a:srgbClr val="141B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074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Multi-Agent Curation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Gets Right — and Wrong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ACMG/AMP variant curation for Hereditary Hemorrhagic Telangiectasia (HHT)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Ashkan Khilwatgar   ·   Suning Hong   ·   Simon 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the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each with a narrow job — so a small mistake never quietly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861718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8331" y="1920240"/>
            <a:ext cx="585216" cy="58521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78331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158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4959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clinical question into a task graph via PlanRAG (VCEP rules)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0942" y="29718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66390" y="1600200"/>
            <a:ext cx="1861718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4642" y="1920240"/>
            <a:ext cx="585216" cy="58521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0464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03550" y="2651760"/>
            <a:ext cx="158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49270" y="3063240"/>
            <a:ext cx="14959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each criterion: queries gnomAD, ClinVar, VEP, SpliceAI, REVEL, literature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37253" y="29718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92701" y="1600200"/>
            <a:ext cx="1861718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30952" y="1920240"/>
            <a:ext cx="585216" cy="58521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9861" y="2651760"/>
            <a:ext cx="158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75581" y="3063240"/>
            <a:ext cx="14959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technical/tool errors, retries with a fix (hard-stops after 3 tries)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3563" y="29718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19011" y="1600200"/>
            <a:ext cx="1861718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57262" y="1920240"/>
            <a:ext cx="585216" cy="58521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5726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6171" y="2651760"/>
            <a:ext cx="158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1891" y="3063240"/>
            <a:ext cx="14959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reasoning quality against the evidence actually retrieved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89874" y="297180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45322" y="1600200"/>
            <a:ext cx="1861718" cy="320040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83573" y="1920240"/>
            <a:ext cx="585216" cy="585216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383573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882482" y="2651760"/>
            <a:ext cx="158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928202" y="3063240"/>
            <a:ext cx="149595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final ACMG class + evidence trail for the researcher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074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</a:t>
            </a:r>
            <a:pPr algn="l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architecture — the </a:t>
            </a:r>
            <a:pPr algn="l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pPr algn="l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show where this reasoning holds up under scrutiny, and where it breaks.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oval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stopped trusting final-label accuracy alone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final classification (Pathogenic vs. Likely Pathogenic vs. VUS) looks like one undifferentiated “failure.” But tracing each mismatch down to the individual ACMG criterion tells a very different story: most of the time, the evidence retrieval, VCEP-specific reasoning, and combining-rule arithmetic were all correct — the system was simply missing one piece of evidence a human curator had access to. Sometimes, though, it's a genuine bug. The six case studies that follow are how we told the difference.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324612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8646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828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divergence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24128" y="544068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reasoning, evidence gap or stricter rule reading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4663440"/>
            <a:ext cx="324612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 w="15875">
            <a:solidFill>
              <a:srgbClr val="D645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486460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4828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bug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498848" y="544068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defect we found and can fix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0" y="4663440"/>
            <a:ext cx="3246120" cy="150876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 w="15875">
            <a:solidFill>
              <a:srgbClr val="B886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486460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8200" y="4828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nuance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973568" y="5440680"/>
            <a:ext cx="28437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artifact, not a model failure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reasoning, wrong label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25-variant batch: 7 final-label mismatches traced criterion-by-criterion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NM_000020.3:c.1217G&gt;A  ·  NM_001077401.2:c.620del  (both gold: Pathogenic)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nonsense/frameshift variants correctly triggered PVS1 at Very Strong — pipeline cited the exact NMD codon-boundary rule from the ACVRL1 decision tree.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PM2_Supporting correctly applied: zero allele count in gnomAD for both.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correctly withheld: the pipeline queried ClinVar VCEP, ClinGen ERepo, LOVD, and PubMed in full — and found zero proband reports in any of them.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“PVS1 + 1 Supporting” → Likely Pathogenic. Gold's Pathogenic call needed one more Supporting-level criterion (PS4) that simply isn't in the public sources this pipeline can query.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fix: found and corrected invalid frameshift HGVS notation (p.Cys207X) that was breaking the literature search query for one of these variants.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combining-rule arithmetic was applied exactly as written. The gap is an evidence-access limitation of public databases, not a reasoning defect.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— and correct — on ambiguous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variants from the same batch where the pipeline chose not to guess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NM_000020.3:c.151T&gt;G (gold LP)   ·   NM_001114753.3:c.1447G&gt;A (gold LB)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c.151T&gt;G: matched gold on PM2, PS4_Moderate, and PP3 exactly. Withheld PM5 because the four same-codon variants found in ERepo were generic ClinVar submissions — not HHT-VCEP-approved calls, as the spec strictly requires. Falls to VUS instead of LP.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c.1447G&gt;A: matched gold's BS1_Supporting exactly via gnomAD FAF tiering. Withheld BP4 because its AND-gated rule needs both REVEL and SpliceAI — SpliceAI's API call failed, and the pipeline refused to assume a passing score it never saw. Falls to VUS instead of LB.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cases the shortfall is exactly one criterion, and the pipeline's own reasoning names precisely which one and why.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“misses” that are really the system correctly declining to over-claim evidence it doesn't have — a defensible, auditable trade-off, not an error.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batch, and one real bug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Criterion-level scoring of another 25-variant run (evaluation/question1.py)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c.1701del  ·  c.293A&gt;G  ·  c.1348A&gt;G  (3 of 4 mismatches in this batch)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c.1701del: a third independent example of the PVS1 + PS4-evidence-gap pattern from Case Study 1 — same correct logic, same missing proband data.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c.293A&gt;G: a new evidence gap on PS3 (functional evidence) — the functional-evidence tool returned no experiments, so the pipeline correctly withheld PS3 rather than fabricate it. LP → VUS.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c.1348A&gt;G: BS1 matched gold exactly, but the VCEP's own combining-rule table has no rule for “BS1_Supporting alone” → Likely Benign. The pipeline is more rule-literal than ClinVar's practical call here.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bug: on this same variant, the Judge agent oscillated on PM2_SUPPORTING and exhausted its 5-retry limit without converging — a genuine reliability defect in agent-to-agent convergence, tracked separately from the rule-table finding above.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mismatches are defensible (evidence gaps or stricter rule-reading). 1 is a real, reproducible Judge-agent convergence bug worth fixing.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ablation accuracy jump 28 points overnight?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runs, identical code, wildly different numbers — question3.py ablation study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NM_001114753.3:c.1517T&gt;A  ·  full-mode accuracy: 0.600 → 0.880 between runs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ablation runs on the same 25 variants, same prompts, same combining rules: full-mode accuracy went from 0.600 to 0.880. No prompt, model, or logic changed in between.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Run 2, no_debug / no_judge / task_only produced byte-identical predictions on all 25 variants — the Task agent's first-shot output was already correct almost everywhere that run.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 on c.1517T&gt;A shows the mechanism directly: the Judge agent's first rejection is identical in both full and no_debug mode, but from there it flip-flops between two different objections across retries — resolving in 1 try in one run, exhausting all 5 retries in another.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sampling variance in the Judge's own LLM call, not a deterministic effect of which agents are active.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ablation run cannot characterize the Judge agent's net effect — its impact is dominated by a stochastic retry-oscillation failure whose rate varies run to run.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PM5's precision problem: a real fallback bug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PM5 accuracy 0.816, but precision only 0.417 with perfect recall — too eager to apply 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NM_000020.3:c.1232G&gt;A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HHT VCEP spec is explicit: reference variants for PM5 must carry an HHT-VCEP classification, not just any ClinVar submission.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agents/task_agent.py's ERepo lookup has a fallback: when ERepo finds no qualifying HHT-VCEP variant at the same codon, it silently falls back to generic ClinVar P/LP variants at that position.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generic ClinVar hits get placed in “different_aa_classifications” exactly like a valid ERepo hit would — so the model faithfully follows its instructions and applies PM5 on evidence the spec doesn't actually sanction.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reasoning failure — the model is doing exactly what its tool handed it. The bug is upstream, in the tool's fallback logic.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root cause of PM5's worst precision. Fix: remove the ClinVar fallback in the ERepo tool so PM5 only fires on genuine HHT-VCEP-classified neighbors.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65176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precision isn't always a red flag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BS3, PS3, and PS1 all show 0 precision / 0 recall / 0 F1 — despite high accuracy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1284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math, worked through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criterion never has a true positive in the sample (no variant where it genuinely applies), TP = 0 for every case.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 + FP) = 0 / FP = 0, and Recall = TP / (TP + FN) = 0 / FN = 0 — by definition, regardless of how well the model behaves.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accuracy stays high because the model correctly says “does not apply” for the overwhelming majority of true negatives.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directly against BS3's, PS3's, and PS1's confusion matrices: in every case, TP = 0 — this is a sample-composition artifact, not a scoring bug or a model defect.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1920240"/>
            <a:ext cx="4114800" cy="420624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971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reading our metrics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80960" y="35661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HHT variants in our sample simply lack functional-evidence literature, so BS3/PS3/PS1 rarely have a chance to fire at all. A 0/0/0 score on these criteria should not be read the same way as PM5's 0.417 precision (Case Study 4) — one is a data-sparsity artifact, the other is a real fallback bug. Distinguishing the two kept us from chasing a fix that didn't need to exist.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BP7 at 200 variants: instructions missing the exceptions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200-variant error analysis (evaluation/question1.py) — BP7 F1 = 0.000 (N=33)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p.Gly341Gly, c.1023  (ENG)  — representative BP7 failure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606040"/>
            <a:ext cx="7132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VCEP spec lists explicit exceptions where BP7 should NOT be auto-applied: synonymous variants at the last nucleotide of an exon, deep-intronic ACVRL1 intron-9 hotspot variants, or cases from an HHT-suspicious family with no other causative variant found.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PlanRAG instructions closely mirror the VCEP spec overall — but do not encode these specific exceptions.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c.1023 (p.Gly341Gly), an exon-terminal synonymous variant, the model applied BP7 from SpliceAI alone — exactly the scenario the spec says needs manual review instead.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pattern check: the model's reasoning doesn't contradict the evidence it retrieves, and it generally follows given instructions — so this reads as an instruction-completeness gap, not a model-following problem.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49640" y="2331720"/>
            <a:ext cx="2971800" cy="3794760"/>
          </a:xfrm>
          <a:prstGeom prst="roundRect">
            <a:avLst>
              <a:gd name="adj" fmla="val 2769"/>
            </a:avLst>
          </a:prstGeom>
          <a:solidFill>
            <a:srgbClr val="1E276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60604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325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778240" y="374904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narrowed to missing exception clauses in the BP7 instructions, not poor reasoning. Next step: encode the 3 VCEP exceptions explicitly in PlanRAG.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six case studies add up 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141B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431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6733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divergences (4 of 6 studies)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28800" y="207568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PVS1/PS4 evidence pairs, PM5's stricter reading, BP4 withheld on a missing score, and the BS1 rule-table gap — all correct reasoning limited by public data access or stricter rule literalism.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310896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141B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5433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32735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bugs found (3 of 6 studies)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828800" y="367588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Judge-agent retry oscillation on PM2_SUPPORTING; the ERepo→ClinVar fallback inflating PM5; missing BP7 exception clauses in PlanRAG — each is now a scoped, fixable engineering task.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141B4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1435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48737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artifacts correctly ruled out (2 of 6 studies)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828800" y="5276088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Judge-agent stochasticity means single ablation runs can't be trusted for agent-effect claims; BS3/PS3/PS1's 0-precision is a no-true-positive sample artifact, not a defect.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oval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1031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write-ups: case_studies/jul_8, jul_9, jul_10 in the project repo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Scientific Research — Case Studies</dc:title>
  <dc:subject>PptxGenJS Presentation</dc:subject>
  <dc:creator>Ashkan Khilwatgar</dc:creator>
  <cp:lastModifiedBy>Ashkan Khilwatgar</cp:lastModifiedBy>
  <cp:revision>1</cp:revision>
  <dcterms:created xsi:type="dcterms:W3CDTF">2026-07-10T14:50:38Z</dcterms:created>
  <dcterms:modified xsi:type="dcterms:W3CDTF">2026-07-10T14:50:38Z</dcterms:modified>
</cp:coreProperties>
</file>